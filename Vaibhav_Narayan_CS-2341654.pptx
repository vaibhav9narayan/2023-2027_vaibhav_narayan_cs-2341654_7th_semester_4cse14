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16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16223D"/>
          </a:solidFill>
          <a:ln/>
        </p:spPr>
      </p:sp>
      <p:pic>
        <p:nvPicPr>
          <p:cNvPr id="3" name="Image 0" descr="/home/claude/work/format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822960" cy="795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IILM UNIVERSITY, GREATER NOIDA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691640" y="960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F2"/>
                </a:solidFill>
              </a:rPr>
              <a:t>School of Computer Science and Engineering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Post-Training: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5420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FC2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&amp; Evaluation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</a:rPr>
              <a:t>Internship Presentation — Ethara 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AFC2F2"/>
                </a:solidFill>
              </a:rPr>
              <a:t>Student Name: </a:t>
            </a:r>
            <a:r>
              <a:rPr lang="en-US" sz="1400" b="1" dirty="0">
                <a:solidFill>
                  <a:srgbClr val="FFFFFF"/>
                </a:solidFill>
              </a:rPr>
              <a:t>Vaibhav Narayan</a:t>
            </a:r>
            <a:r>
              <a:rPr lang="en-US" sz="1400" dirty="0">
                <a:solidFill>
                  <a:srgbClr val="FFFFFF"/>
                </a:solidFill>
              </a:rPr>
              <a:t>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AFC2F2"/>
                </a:solidFill>
              </a:rPr>
              <a:t>Enrollment Number: </a:t>
            </a:r>
            <a:r>
              <a:rPr lang="en-US" sz="1400" dirty="0">
                <a:solidFill>
                  <a:srgbClr val="FFFFFF"/>
                </a:solidFill>
              </a:rPr>
              <a:t>CS-2341654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AFC2F2"/>
                </a:solidFill>
              </a:rPr>
              <a:t>Program &amp; Semester: </a:t>
            </a:r>
            <a:r>
              <a:rPr lang="en-US" sz="1400" dirty="0">
                <a:solidFill>
                  <a:srgbClr val="FFFFFF"/>
                </a:solidFill>
              </a:rPr>
              <a:t>B.Tech CSE, 6th Semester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AFC2F2"/>
                </a:solidFill>
              </a:rPr>
              <a:t>Organization: </a:t>
            </a:r>
            <a:r>
              <a:rPr lang="en-US" sz="1400" dirty="0">
                <a:solidFill>
                  <a:srgbClr val="FFFFFF"/>
                </a:solidFill>
              </a:rPr>
              <a:t>Ethara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Ethara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20240"/>
            <a:ext cx="10149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Focus: </a:t>
            </a:r>
            <a:r>
              <a:rPr lang="en-US" sz="2000" dirty="0">
                <a:solidFill>
                  <a:srgbClr val="1B1F27"/>
                </a:solidFill>
              </a:rPr>
              <a:t>Data &amp; evaluation pipelines supporting LLM post-training
</a:t>
            </a: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Role: </a:t>
            </a:r>
            <a:r>
              <a:rPr lang="en-US" sz="2000" dirty="0">
                <a:solidFill>
                  <a:srgbClr val="1B1F27"/>
                </a:solidFill>
              </a:rPr>
              <a:t>LLM Post-Training Intern
</a:t>
            </a: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Duration: </a:t>
            </a:r>
            <a:r>
              <a:rPr lang="en-US" sz="2000" dirty="0">
                <a:solidFill>
                  <a:srgbClr val="1B1F27"/>
                </a:solidFill>
              </a:rPr>
              <a:t>Feb 6, 2026 – May 12, 2026
</a:t>
            </a:r>
            <a:endParaRPr lang="en-US" sz="2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Supervisor: </a:t>
            </a:r>
            <a:r>
              <a:rPr lang="en-US" sz="2000" dirty="0">
                <a:solidFill>
                  <a:srgbClr val="1B1F27"/>
                </a:solidFill>
              </a:rPr>
              <a:t>Usha Pandey, Head of HR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36776"/>
            <a:ext cx="429768" cy="429768"/>
          </a:xfrm>
          <a:prstGeom prst="ellipse">
            <a:avLst/>
          </a:prstGeom>
          <a:solidFill>
            <a:srgbClr val="2E6D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3677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7"/>
                </a:solidFill>
              </a:rPr>
              <a:t>Understand the end-to-end LLM post-training data pipeline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05456"/>
            <a:ext cx="429768" cy="429768"/>
          </a:xfrm>
          <a:prstGeom prst="ellipse">
            <a:avLst/>
          </a:prstGeom>
          <a:solidFill>
            <a:srgbClr val="2E6DF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0545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7"/>
                </a:solidFill>
              </a:rPr>
              <a:t>Gain hands-on experience cleaning raw training 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374136"/>
            <a:ext cx="429768" cy="429768"/>
          </a:xfrm>
          <a:prstGeom prst="ellipse">
            <a:avLst/>
          </a:prstGeom>
          <a:solidFill>
            <a:srgbClr val="2E6DF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7413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200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7"/>
                </a:solidFill>
              </a:rPr>
              <a:t>Learn structured methods to compare model responses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42816"/>
            <a:ext cx="429768" cy="429768"/>
          </a:xfrm>
          <a:prstGeom prst="ellipse">
            <a:avLst/>
          </a:prstGeom>
          <a:solidFill>
            <a:srgbClr val="2E6D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4281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69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7"/>
                </a:solidFill>
              </a:rPr>
              <a:t>Build a working understanding of how LLMs function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111496"/>
            <a:ext cx="429768" cy="429768"/>
          </a:xfrm>
          <a:prstGeom prst="ellipse">
            <a:avLst/>
          </a:prstGeom>
          <a:solidFill>
            <a:srgbClr val="2E6DF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1149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937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7"/>
                </a:solidFill>
              </a:rPr>
              <a:t>Explore AI engineering as a career discipline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Data Cleaning for LLM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6DF2"/>
                </a:solidFill>
              </a:rPr>
              <a:t>What I Did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</a:rPr>
              <a:t>Reviewed raw text &amp; conversational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</a:rPr>
              <a:t>Removed duplicate &amp; malformed entries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</a:rPr>
              <a:t>Corrected formatting inconsistencies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7"/>
                </a:solidFill>
              </a:rPr>
              <a:t>Flagged content below the quality bar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6DF2"/>
                </a:solidFill>
              </a:rPr>
              <a:t>Why It Matters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1F27"/>
                </a:solidFill>
              </a:rPr>
              <a:t>A model is only as good as the data it learns from. Poorly cleaned data introduces noise, bias, and factual errors that surface later in the model's outputs — making this unglamorous step foundational to model quality.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Comparative Prompt-Response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472"/>
                </a:solidFill>
              </a:rPr>
              <a:t>Prompt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7"/>
                </a:solidFill>
              </a:rPr>
              <a:t>Same input prompt sent to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914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DF2"/>
                </a:solidFill>
              </a:rPr>
              <a:t>Response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EAF0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DF2"/>
                </a:solidFill>
              </a:rPr>
              <a:t>Response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361188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</a:rPr>
              <a:t>Judged for correctness, relevance, clarity &amp; helpfulness — core to RLHF-style alignment.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1B2A4A"/>
                </a:solidFill>
              </a:rPr>
              <a:t>Skill built: </a:t>
            </a:r>
            <a:r>
              <a:rPr lang="en-US" sz="1550" dirty="0">
                <a:solidFill>
                  <a:srgbClr val="1B1F27"/>
                </a:solidFill>
              </a:rPr>
              <a:t>Developing a consistent, criteria-based rubric — recognizing how phrasing, completeness, and tone shift which response is judged better.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Engineering Fundamentals I Learned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Data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Collecting, cleaning &amp; labeling raw text/conversational data so it's fit for training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25112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4599432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Model Basics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9432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How LLMs are structured, and the difference between pretraining and post-training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01584" y="137160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8375904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Evaluation &amp; Feedback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75904" y="22402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Building rubrics and comparing outputs — the RLHF-style human-feedback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Prompting &amp; Tooling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Working with prompts, annotation platforms, spreadsheets &amp; everyday AI dev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5112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EA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Debugging &amp; Iteration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Spotting bad outputs, tracing them to data/prompt issues, and refining accordingly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703320"/>
            <a:ext cx="3593592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F2"/>
                </a:solidFill>
              </a:rPr>
              <a:t>Documentation &amp; Collaboration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5904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7"/>
                </a:solidFill>
              </a:rPr>
              <a:t>Reporting findings clearly and coordinating with the team/HR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 About How LLMs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22325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B0FF"/>
                </a:solidFill>
              </a:rPr>
              <a:t>Two-Stage Training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CFF"/>
                </a:solidFill>
              </a:rPr>
              <a:t>Pretraining on broad text, then post-training (SFT + preference alignment) for usefulness and safety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223258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B0FF"/>
                </a:solidFill>
              </a:rPr>
              <a:t>Data Quality = Model Quality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CFF"/>
                </a:solidFill>
              </a:rPr>
              <a:t>Models learn exactly what they're shown — flaws and 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22325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B0FF"/>
                </a:solidFill>
              </a:rPr>
              <a:t>Human Feedback Loops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CFF"/>
                </a:solidFill>
              </a:rPr>
              <a:t>Comparative evaluation is what moves a model from plausible text to genuinely helpful answers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223258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B0FF"/>
                </a:solidFill>
              </a:rPr>
              <a:t>Evaluation as Engineering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57200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CFF"/>
                </a:solidFill>
              </a:rPr>
              <a:t>Rigorous, consistent evaluation is as essential as model architecture itself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 &amp; Closing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B1F27"/>
                </a:solidFill>
              </a:rPr>
              <a:t>AI engineering spans the full lifecycle — data sourcing, cleaning, evaluation design, fine-tuning, and continuous measurement. The polished answers users see are the visible tip of a much larger process of curation and evaluation happening behind the scenes.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63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DF2"/>
                </a:solidFill>
              </a:rPr>
              <a:t>Key Takeaway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27"/>
                </a:solidFill>
              </a:rPr>
              <a:t>This internship deepened my appreciation for the hidden layer of work behind every model response, and reaffirmed my goal of building a career in AI/ML engineering at a product-focused organization.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525</Words>
  <Application>Microsoft Office PowerPoint</Application>
  <PresentationFormat>Widescreen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Vikash Gamer</cp:lastModifiedBy>
  <cp:revision>3</cp:revision>
  <dcterms:created xsi:type="dcterms:W3CDTF">2026-08-25T06:51:55Z</dcterms:created>
  <dcterms:modified xsi:type="dcterms:W3CDTF">2026-09-10T17:27:01Z</dcterms:modified>
</cp:coreProperties>
</file>